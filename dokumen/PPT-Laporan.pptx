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Analisis Pengaruh Kemiskinan dan Rata Lama Sekolah Terhadap Pembanguna Wilayah di Indonesia</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Latar belakang</a:t>
            </a:r>
          </a:p>
        </p:txBody>
      </p:sp>
      <p:sp>
        <p:nvSpPr>
          <p:cNvPr id="3" name="Content Placeholder 2"/>
          <p:cNvSpPr>
            <a:spLocks noGrp="1"/>
          </p:cNvSpPr>
          <p:nvPr>
            <p:ph idx="1"/>
          </p:nvPr>
        </p:nvSpPr>
        <p:spPr/>
        <p:txBody>
          <a:bodyPr/>
          <a:lstStyle/>
          <a:p>
            <a:pPr lvl="0" indent="0" marL="0">
              <a:buNone/>
            </a:pPr>
            <a:r>
              <a:rPr/>
              <a:t>Pembangunan wilayah tidak hanya ditentukan oleh pertumbuhan infrastruktur, tetapi juga oleh peningkatan kesejahteraan masyarakat yang salah satunya tercermin dari tingkat kemiskinan. Kemiskinan merupakan masalah multidimensional yang dipengaruhi oleh berbagai faktor sosial dan ekonomi, di antaranya kualitas sumber daya manusia dan kondisi pasar kerja. Teori modal manusia menyatakan bahwa pendidikan, yang direpresentasikan melalui rata-rata lama sekolah, dapat meningkatkan produktivitas dan peluang kerja sehingga berpotensi menurunkan tingkat kemiskinan. Sebaliknya, tingginya tingkat pengangguran terbuka dapat mengurangi pendapatan masyarakat dan meningkatkan risiko kemiskinan. Dalam analisis data terkait indikator-indikator tersebut, sering ditemukan permasalahan seperti missing value dan outlier yang dapat memengaruhi hasil analisis. Oleh karena itu, proyek ini bertujuan melakukan analisis statistika menggunakan bahasa pemrograman R untuk mendeskripsikan data, menangani ketidaksempurnaan data, serta menguji hubungan antara rata-rata lama sekolah dan tingkat pengangguran terhadap persentase kemiskinan di berbagai wilayah.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Tujuan</a:t>
            </a:r>
          </a:p>
        </p:txBody>
      </p:sp>
      <p:sp>
        <p:nvSpPr>
          <p:cNvPr id="3" name="Content Placeholder 2"/>
          <p:cNvSpPr>
            <a:spLocks noGrp="1"/>
          </p:cNvSpPr>
          <p:nvPr>
            <p:ph idx="1"/>
          </p:nvPr>
        </p:nvSpPr>
        <p:spPr/>
        <p:txBody>
          <a:bodyPr/>
          <a:lstStyle/>
          <a:p>
            <a:pPr lvl="0" indent="0" marL="0">
              <a:buNone/>
            </a:pPr>
            <a:r>
              <a:rPr/>
              <a:t>Tujuan dari analisis data pembangunan wilayah ini adalah sebagai berikut: 1. Memahami struktur dan karakteristik dataset. 2. Melakukan eksplorasi data menggunakan R. 3. Mengidentifikasi missing value dan outlier. 4. Melakukan statistika deskriptif. 5. Membuat visualisasi data yang informatif. 6. Menggunakan konsep probabilitas dan distribusi data. 7. Melakukan analisis hubungan antar variabel. 8. Menarik kesimpulan berbasis data. 9. Menyusun laporan ilmiah sederhana. 10. Mengkomunikasikan hasil analisis secara sistematis.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Deskripsi Dataset</a:t>
            </a:r>
          </a:p>
        </p:txBody>
      </p:sp>
      <p:sp>
        <p:nvSpPr>
          <p:cNvPr id="3" name="Content Placeholder 2"/>
          <p:cNvSpPr>
            <a:spLocks noGrp="1"/>
          </p:cNvSpPr>
          <p:nvPr>
            <p:ph idx="1"/>
          </p:nvPr>
        </p:nvSpPr>
        <p:spPr/>
        <p:txBody>
          <a:bodyPr/>
          <a:lstStyle/>
          <a:p>
            <a:pPr lvl="0" indent="0" marL="0">
              <a:buNone/>
            </a:pPr>
            <a:r>
              <a:rPr/>
              <a:t>Dataset yang digunakan dalam analisis ini adalah </a:t>
            </a:r>
            <a:r>
              <a:rPr>
                <a:latin typeface="Courier"/>
              </a:rPr>
              <a:t>pembangunan_wilayah_missing_outlier.csv</a:t>
            </a:r>
            <a:r>
              <a:rPr/>
              <a:t>. Untuk menjawab tujuan pengamatan, analisis difokuskan pada dua variabel utama pengukur kualitas sumber daya manusia dan tenaga kerja, beserta variabel identitas wilayahnya. Berikut adalah rincian variabel yang digunakan:</a:t>
            </a:r>
          </a:p>
          <a:p>
            <a:pPr lvl="0" indent="-342900" marL="342900">
              <a:buAutoNum type="arabicPeriod"/>
            </a:pPr>
            <a:r>
              <a:rPr/>
              <a:t>wilayah (Character): Nama kabupaten/kota yang menjadi objek pengamatan.</a:t>
            </a:r>
          </a:p>
          <a:p>
            <a:pPr lvl="0" indent="-342900" marL="342900">
              <a:buAutoNum type="arabicPeriod"/>
            </a:pPr>
            <a:r>
              <a:rPr/>
              <a:t>provinsi (Character): Nama provinsi tempat wilayah berada.</a:t>
            </a:r>
          </a:p>
          <a:p>
            <a:pPr lvl="0" indent="-342900" marL="342900">
              <a:buAutoNum type="arabicPeriod"/>
            </a:pPr>
            <a:r>
              <a:rPr/>
              <a:t>tahun (Integer): Tahun pengamatan data pembangunan wilayah.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Deskripsi Dataset</a:t>
            </a:r>
          </a:p>
        </p:txBody>
      </p:sp>
      <p:sp>
        <p:nvSpPr>
          <p:cNvPr id="3" name="Content Placeholder 2"/>
          <p:cNvSpPr>
            <a:spLocks noGrp="1"/>
          </p:cNvSpPr>
          <p:nvPr>
            <p:ph idx="1"/>
          </p:nvPr>
        </p:nvSpPr>
        <p:spPr/>
        <p:txBody>
          <a:bodyPr/>
          <a:lstStyle/>
          <a:p>
            <a:pPr lvl="0" indent="-342900" marL="342900">
              <a:buAutoNum startAt="4" type="arabicPeriod"/>
            </a:pPr>
            <a:r>
              <a:rPr/>
              <a:t>pdrb_perkapita (Numeric): Produk Domestik Regional Bruto (PDRB) per kapita yang menggambarkan tingkat aktivitas ekonomi dan pendapatan rata-rata masyarakat suatu wilayah.</a:t>
            </a:r>
          </a:p>
          <a:p>
            <a:pPr lvl="0" indent="-342900" marL="342900">
              <a:buAutoNum startAt="4" type="arabicPeriod"/>
            </a:pPr>
            <a:r>
              <a:rPr/>
              <a:t>kemiskinan (Numeric): Persentase penduduk miskin pada suatu wilayah.</a:t>
            </a:r>
          </a:p>
          <a:p>
            <a:pPr lvl="0" indent="-342900" marL="342900">
              <a:buAutoNum startAt="4" type="arabicPeriod"/>
            </a:pPr>
            <a:r>
              <a:rPr/>
              <a:t>pengangguran (Numeric): Persentase tingkat pengangguran pada suatu wilayah.</a:t>
            </a:r>
          </a:p>
          <a:p>
            <a:pPr lvl="0" indent="-342900" marL="342900">
              <a:buAutoNum startAt="4" type="arabicPeriod"/>
            </a:pPr>
            <a:r>
              <a:rPr/>
              <a:t>ipm (Numeric): Indeks Pembangunan Manusia yang menggambarkan kualitas hidup masyarakat berdasarkan pendidikan, kesehatan, dan standar hidup.</a:t>
            </a:r>
          </a:p>
          <a:p>
            <a:pPr lvl="0" indent="-342900" marL="342900">
              <a:buAutoNum startAt="4" type="arabicPeriod"/>
            </a:pPr>
            <a:r>
              <a:rPr/>
              <a:t>harapan_hidup (Numeric): Rata-rata perkiraan umur yang dapat dicapai penduduk pada suatu wilayah.</a:t>
            </a:r>
          </a:p>
          <a:p>
            <a:pPr lvl="0" indent="-342900" marL="342900">
              <a:buAutoNum startAt="4" type="arabicPeriod"/>
            </a:pPr>
            <a:r>
              <a:rPr/>
              <a:t>rata_lama_sekolah (Numeric): Rata-rata jumlah tahun pendidikan formal yang telah ditempuh penduduk.</a:t>
            </a:r>
          </a:p>
          <a:p>
            <a:pPr lvl="0" indent="-342900" marL="342900">
              <a:buAutoNum startAt="4" type="arabicPeriod"/>
            </a:pPr>
            <a:r>
              <a:rPr/>
              <a:t>akses_internet (Numeric):Persentase masyarakat yang memiliki atau menggunakan akses internet.</a:t>
            </a:r>
          </a:p>
          <a:p>
            <a:pPr lvl="0" indent="-342900" marL="342900">
              <a:buAutoNum startAt="4" type="arabicPeriod"/>
            </a:pPr>
            <a:r>
              <a:rPr/>
              <a:t>jalan_baik (Numeric):Persentase kondisi jalan yang berada dalam kategori baik.</a:t>
            </a:r>
          </a:p>
          <a:p>
            <a:pPr lvl="0" indent="-342900" marL="342900">
              <a:buAutoNum startAt="4" type="arabicPeriod"/>
            </a:pPr>
            <a:r>
              <a:rPr/>
              <a:t>air_bersih (Numeric):Persentase masyarakat yang memiliki akses terhadap air bersih.</a:t>
            </a:r>
          </a:p>
          <a:p>
            <a:pPr lvl="0" indent="-342900" marL="342900">
              <a:buAutoNum startAt="4" type="arabicPeriod"/>
            </a:pPr>
            <a:r>
              <a:rPr/>
              <a:t>catatan_data (Character):Keterangan kondisi data, misalnya data normal, mengandung missing value, atau outlier.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Analisis Pengaruh Kemiskinan dan Rata Lama Sekolah Terhadap Pembanguna Wilayah di Indonesia</dc:title>
  <dc:creator/>
  <cp:keywords/>
  <dcterms:created xsi:type="dcterms:W3CDTF">2026-06-08T03:19:34Z</dcterms:created>
  <dcterms:modified xsi:type="dcterms:W3CDTF">2026-06-08T03:19:34Z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utput">
    <vt:lpwstr>powerpoint_presentation</vt:lpwstr>
  </property>
</Properties>
</file>