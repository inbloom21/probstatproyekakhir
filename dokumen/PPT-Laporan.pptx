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rmarkdown.rstudio.com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Laporan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Markdown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an R Markdown presentation. Markdown is a simple formatting syntax for authoring HTML, PDF, and MS Word documents. For more details on using R Markdown see </a:t>
            </a:r>
            <a:r>
              <a:rPr>
                <a:hlinkClick r:id="rId2"/>
              </a:rPr>
              <a:t>http://rmarkdown.rstudio.com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Knit</a:t>
            </a:r>
            <a:r>
              <a:rPr/>
              <a:t> button a document will be generated that includes both content as well as the output of any embedded R code chunks within the document.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with 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Bullet 1</a:t>
            </a:r>
          </a:p>
          <a:p>
            <a:pPr lvl="0"/>
            <a:r>
              <a:rPr/>
              <a:t>Bullet 2</a:t>
            </a:r>
          </a:p>
          <a:p>
            <a:pPr lvl="0"/>
            <a:r>
              <a:rPr/>
              <a:t>Bullet 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with R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summary</a:t>
            </a:r>
            <a:r>
              <a:rPr>
                <a:latin typeface="Courier"/>
              </a:rPr>
              <a:t>(cars)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speed           dist       
##  Min.   : 4.0   Min.   :  2.00  
##  1st Qu.:12.0   1st Qu.: 26.00  
##  Median :15.0   Median : 36.00  
##  Mean   :15.4   Mean   : 42.98  
##  3rd Qu.:19.0   3rd Qu.: 56.00  
##  Max.   :25.0   Max.   :120.00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with Plot</a:t>
            </a:r>
          </a:p>
        </p:txBody>
      </p:sp>
      <p:pic>
        <p:nvPicPr>
          <p:cNvPr descr="PPT-Laporan_files/figure-pptx/press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Laporan</dc:title>
  <dc:creator/>
  <cp:keywords/>
  <dcterms:created xsi:type="dcterms:W3CDTF">2026-06-07T12:16:00Z</dcterms:created>
  <dcterms:modified xsi:type="dcterms:W3CDTF">2026-06-07T12:16:00Z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>powerpoint_presentation</vt:lpwstr>
  </property>
</Properties>
</file>