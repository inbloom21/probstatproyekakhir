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3" Type="http://schemas.openxmlformats.org/officeDocument/2006/relationships/viewProps" Target="viewProps.xml" /><Relationship Id="rId12" Type="http://schemas.openxmlformats.org/officeDocument/2006/relationships/presProps" Target="presProps.xml" /><Relationship Id="rId1" Type="http://schemas.openxmlformats.org/officeDocument/2006/relationships/slideMaster" Target="slideMasters/slideMaster1.xml" /><Relationship Id="rId15" Type="http://schemas.openxmlformats.org/officeDocument/2006/relationships/tableStyles" Target="tableStyles.xml" /><Relationship Id="rId14"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Analisis Pengaruh Kemiskinan dan Rata Lama Sekolah Terhadap Pembanguna Wilayah di Indonesia</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Latar belakang</a:t>
            </a:r>
          </a:p>
        </p:txBody>
      </p:sp>
      <p:sp>
        <p:nvSpPr>
          <p:cNvPr id="3" name="Content Placeholder 2"/>
          <p:cNvSpPr>
            <a:spLocks noGrp="1"/>
          </p:cNvSpPr>
          <p:nvPr>
            <p:ph idx="1"/>
          </p:nvPr>
        </p:nvSpPr>
        <p:spPr/>
        <p:txBody>
          <a:bodyPr/>
          <a:lstStyle/>
          <a:p>
            <a:pPr lvl="0" indent="0" marL="0">
              <a:buNone/>
            </a:pPr>
            <a:r>
              <a:rPr/>
              <a:t>Kemiskinan merupakan salah satu indikator penting dalam menilai tingkat kesejahteraan masyarakat suatu wilayah. Faktor seperti rata-rata lama sekolah diduga memiliki hubungan dengan persentase kemiskinan. Oleh karena itu, penelitian ini bertujuan menganalisis hubungan kedua faktor tersebut terhadap tingkat kemiskinan menggunakan bahasa pemrograman R.</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Tujuan</a:t>
            </a:r>
          </a:p>
        </p:txBody>
      </p:sp>
      <p:sp>
        <p:nvSpPr>
          <p:cNvPr id="3" name="Content Placeholder 2"/>
          <p:cNvSpPr>
            <a:spLocks noGrp="1"/>
          </p:cNvSpPr>
          <p:nvPr>
            <p:ph idx="1"/>
          </p:nvPr>
        </p:nvSpPr>
        <p:spPr/>
        <p:txBody>
          <a:bodyPr/>
          <a:lstStyle/>
          <a:p>
            <a:pPr lvl="0" indent="0" marL="0">
              <a:buNone/>
            </a:pPr>
            <a:r>
              <a:rPr/>
              <a:t>Analisis ini bertujuan memahami karakteristik data pembangunan wilayah melalui eksplorasi, statistika deskriptif, visualisasi data, identifikasi missing value dan outlier, serta analisis hubungan antar variabel untuk menghasilkan kesimpulan yang dapat dikomunikasikan secara sistematis dalam bentuk laporan ilmiah.</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Deskripsi Dataset</a:t>
            </a:r>
          </a:p>
        </p:txBody>
      </p:sp>
      <p:sp>
        <p:nvSpPr>
          <p:cNvPr id="3" name="Content Placeholder 2"/>
          <p:cNvSpPr>
            <a:spLocks noGrp="1"/>
          </p:cNvSpPr>
          <p:nvPr>
            <p:ph idx="1"/>
          </p:nvPr>
        </p:nvSpPr>
        <p:spPr/>
        <p:txBody>
          <a:bodyPr/>
          <a:lstStyle/>
          <a:p>
            <a:pPr lvl="0" indent="0" marL="0">
              <a:buNone/>
            </a:pPr>
            <a:r>
              <a:rPr/>
              <a:t>Dataset yang digunakan dalam analisis ini adalah </a:t>
            </a:r>
            <a:r>
              <a:rPr i="1"/>
              <a:t>pembangunan_wilayah_missing_outlier.csv</a:t>
            </a:r>
            <a:r>
              <a:rPr/>
              <a:t>, yang berisi informasi pembangunan wilayah pada tingkat kabupaten/kota di Indonesia. Variabel yang dianalisis mencakup identitas wilayah (wilayah, provinsi, dan tahun) serta berbagai indikator sosial-ekonomi, seperti PDRB per kapita, kemiskinan, pengangguran, IPM, harapan hidup, rata-rata lama sekolah, akses internet, kondisi jalan, dan akses air bersih. Selain itu, dataset juga memuat informasi kualitas data melalui variabel </a:t>
            </a:r>
            <a:r>
              <a:rPr i="1"/>
              <a:t>catatan_data</a:t>
            </a:r>
            <a:r>
              <a:rPr/>
              <a:t> yang menunjukkan keberadaan missing value atau outlier.</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Tools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Visualisasi</a:t>
            </a:r>
          </a:p>
        </p:txBody>
      </p:sp>
      <p:pic>
        <p:nvPicPr>
          <p:cNvPr descr="images/BarPlotJumlahLaporanProvinsi.png" id="0" name="Picture 1"/>
          <p:cNvPicPr>
            <a:picLocks noGrp="1" noChangeAspect="1"/>
          </p:cNvPicPr>
          <p:nvPr/>
        </p:nvPicPr>
        <p:blipFill>
          <a:blip r:embed="rId2"/>
          <a:stretch>
            <a:fillRect/>
          </a:stretch>
        </p:blipFill>
        <p:spPr bwMode="auto">
          <a:xfrm>
            <a:off x="635000" y="1193800"/>
            <a:ext cx="7874000" cy="33909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Visualisasi</a:t>
            </a:r>
          </a:p>
        </p:txBody>
      </p:sp>
      <p:pic>
        <p:nvPicPr>
          <p:cNvPr descr="images/BarPlotJumlahLaporanTahun.png" id="0" name="Picture 1"/>
          <p:cNvPicPr>
            <a:picLocks noGrp="1" noChangeAspect="1"/>
          </p:cNvPicPr>
          <p:nvPr/>
        </p:nvPicPr>
        <p:blipFill>
          <a:blip r:embed="rId2"/>
          <a:stretch>
            <a:fillRect/>
          </a:stretch>
        </p:blipFill>
        <p:spPr bwMode="auto">
          <a:xfrm>
            <a:off x="1778000" y="1193800"/>
            <a:ext cx="5588000" cy="3390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Visualisasi</a:t>
            </a:r>
          </a:p>
        </p:txBody>
      </p:sp>
      <p:pic>
        <p:nvPicPr>
          <p:cNvPr descr="images/visualisasi2.png" id="0" name="Picture 1"/>
          <p:cNvPicPr>
            <a:picLocks noGrp="1" noChangeAspect="1"/>
          </p:cNvPicPr>
          <p:nvPr/>
        </p:nvPicPr>
        <p:blipFill>
          <a:blip r:embed="rId2"/>
          <a:stretch>
            <a:fillRect/>
          </a:stretch>
        </p:blipFill>
        <p:spPr bwMode="auto">
          <a:xfrm>
            <a:off x="2286000" y="1193800"/>
            <a:ext cx="4559300" cy="33909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Visualisasi</a:t>
            </a:r>
          </a:p>
        </p:txBody>
      </p:sp>
      <p:pic>
        <p:nvPicPr>
          <p:cNvPr descr="images/visualisasi3.png" id="0" name="Picture 1"/>
          <p:cNvPicPr>
            <a:picLocks noGrp="1" noChangeAspect="1"/>
          </p:cNvPicPr>
          <p:nvPr/>
        </p:nvPicPr>
        <p:blipFill>
          <a:blip r:embed="rId2"/>
          <a:stretch>
            <a:fillRect/>
          </a:stretch>
        </p:blipFill>
        <p:spPr bwMode="auto">
          <a:xfrm>
            <a:off x="2286000" y="1193800"/>
            <a:ext cx="4559300" cy="33909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Visualisasi</a:t>
            </a:r>
          </a:p>
        </p:txBody>
      </p:sp>
      <p:pic>
        <p:nvPicPr>
          <p:cNvPr descr="images/visualisasi4.png" id="0" name="Picture 1"/>
          <p:cNvPicPr>
            <a:picLocks noGrp="1" noChangeAspect="1"/>
          </p:cNvPicPr>
          <p:nvPr/>
        </p:nvPicPr>
        <p:blipFill>
          <a:blip r:embed="rId2"/>
          <a:stretch>
            <a:fillRect/>
          </a:stretch>
        </p:blipFill>
        <p:spPr bwMode="auto">
          <a:xfrm>
            <a:off x="2286000" y="1193800"/>
            <a:ext cx="4559300" cy="3390900"/>
          </a:xfrm>
          <a:prstGeom prst="rect">
            <a:avLst/>
          </a:prstGeom>
          <a:noFill/>
          <a:ln w="9525">
            <a:noFill/>
            <a:headEnd/>
            <a:tailEnd/>
          </a:ln>
        </p:spPr>
      </p:pic>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Analisis Pengaruh Kemiskinan dan Rata Lama Sekolah Terhadap Pembanguna Wilayah di Indonesia</dc:title>
  <dc:creator/>
  <cp:keywords/>
  <dcterms:created xsi:type="dcterms:W3CDTF">2026-06-08T03:41:13Z</dcterms:created>
  <dcterms:modified xsi:type="dcterms:W3CDTF">2026-06-08T03:41:13Z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output">
    <vt:lpwstr>powerpoint_presentation</vt:lpwstr>
  </property>
</Properties>
</file>